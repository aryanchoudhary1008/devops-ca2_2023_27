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D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CA2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CI/CD, IaC, Kubernetes and Monitoring for a Quote Service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| TYCSA | Symbiosis Institute of Technology, Pune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AF6F7"/>
          </a:solidFill>
          <a:ln w="15875">
            <a:solidFill>
              <a:srgbClr val="0E9A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Actions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76272" y="155448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AF6F7"/>
          </a:solidFill>
          <a:ln w="15875">
            <a:solidFill>
              <a:srgbClr val="0E9A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76272" y="155448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3904" y="155448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AF6F7"/>
          </a:solidFill>
          <a:ln w="15875">
            <a:solidFill>
              <a:srgbClr val="0E9AA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03904" y="155448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replicas, rolling updates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31536" y="155448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AF6F7"/>
          </a:solidFill>
          <a:ln w="15875">
            <a:solidFill>
              <a:srgbClr val="0E9AA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31536" y="155448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/metrics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59168" y="155448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AF6F7"/>
          </a:solidFill>
          <a:ln w="15875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59168" y="155448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Uptime, latency, errors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prepares the host runtime (Docker, app user, directories). The Flask service exposes /health, /quote and /metrics.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flow</a:t>
            </a:r>
            <a:endParaRPr lang="en-US" sz="3200" dirty="0"/>
          </a:p>
        </p:txBody>
      </p:sp>
      <p:pic>
        <p:nvPicPr>
          <p:cNvPr id="3" name="Image 0" descr="pipelin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8046720" cy="3118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main: test, validate, build, push, deploy. A failed rollout triggers kubectl rollout undo.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2801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rollouts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probes on /health keep traffic away from pods that are not ready yet.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688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latency metric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lets Grafana compute p95, not just an average.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6576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configuration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modules (apt, user, file) instead of shell, so reruns change nothing.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every stage so broken code never reaches the cluster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 and resource limits make rolling updates safe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app first; dashboards follow from good metrics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 in Git: pipeline, playbook, manifests, dashboard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CA2 - Quote Service</dc:title>
  <dc:subject>PptxGenJS Presentation</dc:subject>
  <dc:creator>PptxGenJS</dc:creator>
  <cp:lastModifiedBy>PptxGenJS</cp:lastModifiedBy>
  <cp:revision>1</cp:revision>
  <dcterms:created xsi:type="dcterms:W3CDTF">2026-10-05T14:18:46Z</dcterms:created>
  <dcterms:modified xsi:type="dcterms:W3CDTF">2026-10-05T14:18:46Z</dcterms:modified>
</cp:coreProperties>
</file>